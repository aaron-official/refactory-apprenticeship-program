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cfa0d07857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cfa0d0785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cfa0d07857_0_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cfa0d0785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cfa0d07857_0_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cfa0d0785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fa0d07857_0_1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fa0d0785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fa0d07857_28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cfa0d07857_28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cfa0d07857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cfa0d0785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cfa0d07857_0_2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cfa0d07857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cfa0d07857_28_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cfa0d07857_28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cfa0d07857_0_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cfa0d07857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4" name="Google Shape;8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89" name="Google Shape;8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5"/>
          <p:cNvPicPr preferRelativeResize="0"/>
          <p:nvPr/>
        </p:nvPicPr>
        <p:blipFill rotWithShape="1">
          <a:blip r:embed="rId3">
            <a:alphaModFix/>
          </a:blip>
          <a:srcRect b="0" l="3071" r="2438" t="0"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99" name="Google Shape;9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09" name="Google Shape;10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14" name="Google Shape;114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